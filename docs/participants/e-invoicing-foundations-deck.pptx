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F59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FIVE-CORNER COMPLIANCE SIMULATION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in the UAE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foundations you'll play with today — 10 minutes, no jargon.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5F59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918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DECIDE → FILE OR QUARANTINE → LEARN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UAE company entering the e-invoicing regime. Every invoice is a test.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invoice is done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59F7"/>
                </a:solidFill>
              </a:rPr>
              <a:t>MANDATE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D1E"/>
                </a:solidFill>
              </a:rPr>
              <a:t>B2B e-invoicing is now the law in the UAE.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Structured electronic invoices replace PDFs, email and paper.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59F7"/>
                </a:solidFill>
              </a:rPr>
              <a:t>THE FORMAT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9659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D1E"/>
                </a:solidFill>
              </a:rPr>
              <a:t>PINT AE XML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One machine-readable standard that the FTA can validate automatically.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59F7"/>
                </a:solidFill>
              </a:rPr>
              <a:t>THE STAKES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9659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D1E"/>
                </a:solidFill>
              </a:rPr>
              <a:t>Penalties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Non-compliance carries financial penalties under Cabinet Decision No. 106 of 2025.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a compliant e-invoice must 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81912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1288" y="15453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PINT AE XML format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Structured, machine-readable — not a PDF or email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81912"/>
            <a:ext cx="384048" cy="384048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581912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22776" y="15453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Both TRNs present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7288" y="20756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Supplier's and buyer's VAT registration numbers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5896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1581912"/>
            <a:ext cx="384048" cy="384048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896" y="1581912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84264" y="15453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All 51 fields populated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08776" y="20756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Dates, parties, line items, tax codes, totals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3200400"/>
            <a:ext cx="384048" cy="384048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200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1288" y="316382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Routed via an ASP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69417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Transmitted through an Accredited Service Provider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64408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200400"/>
            <a:ext cx="384048" cy="384048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3200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22776" y="316382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Reported near real time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47288" y="369417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To the FTA as it happens, not batched later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25896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0488" y="3200400"/>
            <a:ext cx="384048" cy="384048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31" name="Text 29"/>
          <p:cNvSpPr/>
          <p:nvPr/>
        </p:nvSpPr>
        <p:spPr>
          <a:xfrm>
            <a:off x="6025896" y="3200400"/>
            <a:ext cx="713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84264" y="316382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Tamper-evident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08776" y="369417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Unmodified and provably intact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make or break an invoice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59F7"/>
                </a:solidFill>
              </a:rPr>
              <a:t>TRN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Tax Registration Number — the VAT identity of each party.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D1E"/>
                </a:solidFill>
              </a:rPr>
              <a:t>Missing or malformed TRN on either side = the invoice cannot be validated = red flag.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59F7"/>
                </a:solidFill>
              </a:rPr>
              <a:t>51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937760" y="23957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D1E"/>
                </a:solidFill>
              </a:rPr>
              <a:t>mandatory fields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Supplier and buyer details, issue date, line items, tax codes, VAT totals, payment terms, references…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794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9F7"/>
                </a:solidFill>
              </a:rPr>
              <a:t>A blank mandatory field is a compliance failure — quarantine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 AE XML — the UAE standard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00D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&lt;Invoice&gt;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&lt;TRN&gt;100398594800003&lt;/TRN&gt;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&lt;BuyerTRN&gt;100398594800003&lt;/BuyerTRN&gt;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&lt;LineItems&gt;…&lt;/LineItems&gt;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&lt;TaxTotals&gt;…&lt;/TaxTotals&gt;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&lt;/Invoice&gt;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0233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</a:rPr>
              <a:t>XML = eXtensible Markup Language: data a machine can read, validate and audit — no human retyping.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F59F7"/>
                </a:solidFill>
              </a:rPr>
              <a:t>If it isn't PINT AE XML, it isn't an e-invoice.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travels through an ASP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D1E"/>
                </a:solidFill>
              </a:rPr>
              <a:t>SELLER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Issues the e-invoice in PINT AE XML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5F59F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CFA"/>
                </a:solidFill>
              </a:rPr>
              <a:t>Accredited Service Provider — routes + reports to the FTA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D1E"/>
                </a:solidFill>
              </a:rPr>
              <a:t>FTA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Sees the invoice in near real time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71800" y="20116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9F7"/>
                </a:solidFill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52160" y="20116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9F7"/>
                </a:solidFill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No ASP routing, or 'direct email' transmission? The FTA never saw the invoice — that is a compliance failure.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D1E"/>
                </a:solidFill>
              </a:rPr>
              <a:t>Missing or malformed TRN — either side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2996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D1E"/>
                </a:solidFill>
              </a:rPr>
              <a:t>Blank mandatory fields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596896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96896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D1E"/>
                </a:solidFill>
              </a:rPr>
              <a:t>PDF / email / non-XML invoice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16382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63824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D1E"/>
                </a:solidFill>
              </a:rPr>
              <a:t>No ASP routing or direct-email transmission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73075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D1E"/>
                </a:solidFill>
              </a:rPr>
              <a:t>Credit note without the original invoice reference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2976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D1E"/>
                </a:solidFill>
              </a:rPr>
              <a:t>Amounts inconsistent with the line items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</a:rPr>
              <a:t>One red flag = quarantine. You can always file it later after review — you cannot unfile a bad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Decision No. 106 of 2025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Penalties are set for e-invoicing non-compliance — the platform simulates that pressure with real AED.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59F7"/>
                </a:solidFill>
              </a:rPr>
              <a:t>FILING A BAD INVOICE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50"/>
                </a:solidFill>
              </a:rPr>
              <a:t>− AED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You just submitted a non-compliant invoice to the FTA — the platform fines you immediately.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59F7"/>
                </a:solidFill>
              </a:rPr>
              <a:t>QUARANTINING A GOOD 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5146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50"/>
                </a:solidFill>
              </a:rPr>
              <a:t>− AED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A valid invoice held in quarantine costs you the revenue — and the fine.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18745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59F7"/>
                </a:solidFill>
              </a:rPr>
              <a:t>OUTAGES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</a:rPr>
              <a:t>−1,000 / 10s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55080" y="33375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Broken systems bleed AED every 10 seconds until your CIO fixes the outage.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828800"/>
            <a:ext cx="457200" cy="457200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D1E"/>
                </a:solidFill>
              </a:rPr>
              <a:t>SCAN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Phone scans the QR on the card (or type the ID)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31720" y="25603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9F7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78608" y="160020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828800"/>
            <a:ext cx="457200" cy="457200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1828800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15768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D1E"/>
                </a:solidFill>
              </a:rPr>
              <a:t>READ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61488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Check the 6 points — TRNs, fields, format, ASP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07408" y="25603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9F7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54296" y="160020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5F59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54296" y="1828800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59F7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91456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37176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CFA"/>
                </a:solidFill>
              </a:rPr>
              <a:t>FILE it (compliant) or QUARANTINE it (red flag)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83096" y="25603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9F7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729984" y="160020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1828800"/>
            <a:ext cx="457200" cy="457200"/>
          </a:xfrm>
          <a:prstGeom prst="ellipse">
            <a:avLst/>
          </a:prstGeom>
          <a:solidFill>
            <a:srgbClr val="5F59F7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1828800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67144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D1E"/>
                </a:solidFill>
              </a:rPr>
              <a:t>LEARN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12864" y="29260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The platform shows the verdict + the regulation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3434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D1E"/>
                </a:solidFill>
              </a:rPr>
              <a:t>Correct decisions earn AED. Wrong ones cost AED. Your table's capital is the scoreboard.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F59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</a:rPr>
              <a:t>THE GOLDEN RULE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Valid and invalid cards look identical.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2D4"/>
                </a:solidFill>
              </a:rPr>
              <a:t>You cannot spot them by colour or design — only by reading. That is the training.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5F59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Every decision comes back with the regulation explained. You leave the room knowing e-invoicing.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</a:rPr>
              <a:t>Five-Corner Compliance Simulation — an EPPA experience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2026-08-01T18:32:48Z</dcterms:created>
  <dcterms:modified xsi:type="dcterms:W3CDTF">2026-08-01T18:32:48Z</dcterms:modified>
</cp:coreProperties>
</file>